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LexCV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Multi-Tenant de Gestao Juridica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9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Cabo Verde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0881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380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o LexCV resolve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EEF4F8"/>
          </a:solidFill>
          <a:ln w="6350">
            <a:solidFill>
              <a:srgbClr val="D1E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013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8379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Solucao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130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geral da plataforma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5117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587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e capacidades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EEF4F8"/>
          </a:solidFill>
          <a:ln w="6350">
            <a:solidFill>
              <a:srgbClr val="D1E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0098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337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Tecnica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630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seguranca e infraestrutura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50792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E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507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0873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3799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e proximas fases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Desafio: Gestao Juridica em Cabo Verde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20624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8813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Dispersao de informacao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3931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processos e documentos geridos em Excel, papel ou emails dispersos.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5156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80160"/>
            <a:ext cx="4206240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08813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controlo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453896"/>
            <a:ext cx="3931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processuais perdidos por falta de um sistema centralizado de alertas.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00400"/>
            <a:ext cx="4206240" cy="118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0083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financeira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374136"/>
            <a:ext cx="3931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 e pagamentos sem rastreabilidade, gerando perda de receita.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7180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7180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200400"/>
            <a:ext cx="4206240" cy="118872"/>
          </a:xfrm>
          <a:prstGeom prst="rect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30083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Colaboracao limitada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374136"/>
            <a:ext cx="39319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Equipas sem visibilidade partilhada sobre o estado dos processos em curso.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91D38"/>
          </a:solidFill>
          <a:ln w="12700">
            <a:solidFill>
              <a:srgbClr val="091D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Solucao: O que e o LexCV?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LexCV e uma plataforma web multi-tenant para escritorios de advocacia em Cabo Verde, que centraliza a gestao de clientes, processos, agenda, documentos e financas num unico ambiente seguro e acessivel.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EC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informacao do escritorio num so lugar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23774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EC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788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acessos por perfil e isolamento de dados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EC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0690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sistema, multiplos escritorios independentes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365760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EC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40690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de qualquer dispositivo, sem instalacoes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da Plataforma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29000" y="1645920"/>
            <a:ext cx="2286000" cy="1828800"/>
          </a:xfrm>
          <a:prstGeom prst="ellipse">
            <a:avLst/>
          </a:prstGeom>
          <a:solidFill>
            <a:srgbClr val="0A234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0" y="2057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LexCV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1042416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37160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completa, historico, merge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30175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" y="3054096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33832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Fases, partes, movimentacoes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100584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01968" y="1042416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01968" y="137160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Eventos, prazos, alertas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92240" y="30175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01968" y="3054096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01968" y="33832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organizacao, download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37560" y="39319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47288" y="3968496"/>
            <a:ext cx="2249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47288" y="42976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Honorarios, pagamentos, saldo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Modulo: Clientes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 completa do relacionamento com clientes — pessoas singulares ou colectivas.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83080"/>
            <a:ext cx="265176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Completa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NIF, contactos, morada e notas internas numa unica vista.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783080"/>
            <a:ext cx="2651760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de Processos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processos associados ao cliente acessiveis de imediato.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25896" y="1783080"/>
            <a:ext cx="2651760" cy="118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Fusao de Clientes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merge para eliminar registos duplicados com seguranca.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520440"/>
            <a:ext cx="2651760" cy="118872"/>
          </a:xfrm>
          <a:prstGeom prst="rect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Rapida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nome, NIF ou numero de cliente com resultados instantaneos.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72968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2968" y="3520440"/>
            <a:ext cx="2651760" cy="118872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Acesso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dos clientes condicionada ao perfil do utilizador.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25896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25896" y="3520440"/>
            <a:ext cx="265176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3056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escritorio ve apenas os seus proprios clientes.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Modulo: Processos Juridicos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end-to-end de cada processo, das partes envolvidas as movimentacoes.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536192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C7293">
              <a:alpha val="5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36192" y="1801368"/>
            <a:ext cx="219456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1536192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C7293">
              <a:alpha val="5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Instrucao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44368" y="1801368"/>
            <a:ext cx="219456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1536192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52544" y="1801368"/>
            <a:ext cx="219456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536192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C7293">
              <a:alpha val="5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1801368"/>
            <a:ext cx="219456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0176" y="1536192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C7293">
              <a:alpha val="5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0176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68896" y="1801368"/>
            <a:ext cx="219456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88352" y="1536192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C7293">
              <a:alpha val="5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88352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212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actual destacada  |  Fluxo configuravel por tipo de processo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63347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63347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62072"/>
            <a:ext cx="420624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267004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Processuais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0358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de todos os intervenientes: autor, reu, testemunhas e advogados.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63347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63347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862072"/>
            <a:ext cx="4206240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67004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Movimentacoes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0358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cronologico de accoes e despachos do processo.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82219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82219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050792"/>
            <a:ext cx="4206240" cy="118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385876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Configuravelis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22452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fases adaptavel ao tipo de processo (civel, penal, laboral).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82219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822192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050792"/>
            <a:ext cx="4206240" cy="118872"/>
          </a:xfrm>
          <a:prstGeom prst="rect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85876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422452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em tempo real: processos activos, pendentes e encerrados.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Modulo: Agenda &amp; Prazos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centralizado de eventos, audiencias e prazos processuais criticos.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846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91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de audiencias, reunioes e diligencias externas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1671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proximidade de prazo processual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426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mensal, semanal e por processo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11810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Associacao de eventos a processos e clientes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5935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participantes e responsaveis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tipo de evento e advogado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0" y="155448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1591056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76656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0" y="2633472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267004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27249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equipa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0" y="3712464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3749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380390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qualquer hora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Modulo: Documentos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central de documentos associado a processos, com upload e download seguro.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83080"/>
            <a:ext cx="265176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Seguro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qualquer tipo de ficheiro directamente no processo.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783080"/>
            <a:ext cx="2651760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Numeracao Automatica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recebe numero unico por escritorio (tenant).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5544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25896" y="1783080"/>
            <a:ext cx="2651760" cy="118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5910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Docs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195681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Localizacao rapida por nome, processo ou tipo de documento.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520440"/>
            <a:ext cx="2651760" cy="118872"/>
          </a:xfrm>
          <a:prstGeom prst="rect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Controlado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ficheiro original protegido por permissoes de perfil.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72968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2968" y="3520440"/>
            <a:ext cx="2651760" cy="118872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de quem adicionou cada documento e quando.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25896" y="3291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3291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25896" y="3520440"/>
            <a:ext cx="265176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3328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Associacao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3056" y="3694176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ligados ao contexto processual correspondente.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Modulo: Financeiro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completo de honorarios, pagamentos e saldo por processo e cliente.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72768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2011680"/>
            <a:ext cx="4572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5544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72768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Efectuado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2011680"/>
            <a:ext cx="4572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5544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572768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4320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71800"/>
            <a:ext cx="4206240" cy="118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7797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de Honorarios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455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acordado, data e condicoes de pagamento por processo.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74320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971800"/>
            <a:ext cx="4206240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77977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Parciais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1455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multiplos pagamentos e abatimentos ao valor em divida.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9319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93192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160520"/>
            <a:ext cx="4206240" cy="118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96849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em Tempo Real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33425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imediata do montante pago e em aberto por cliente.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9319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93192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4160520"/>
            <a:ext cx="4206240" cy="118872"/>
          </a:xfrm>
          <a:prstGeom prst="rect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96849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Financeiro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433425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receita acumulada, pendentes e historico mensal.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Executivo &amp; KPIs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em tempo real da saude do escritorio — para gestores e advogados seniores.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/ Encerrados / Pendentes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937760" y="2377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vs. Em Aberto (mes/ano)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429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7 dias com alertas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324612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429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3776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Novos, activos e inactivos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A2342">
              <a:alpha val="60000"/>
            </a:srgbClr>
          </a:solidFill>
          <a:ln w="12700">
            <a:solidFill>
              <a:srgbClr val="0A23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Tecnica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65176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+ React Hook 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0690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72968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00584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2968" y="1280160"/>
            <a:ext cx="2651760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15544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3.4.1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20574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25603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0128" y="30632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35661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0128" y="40690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SpotBugs / FindSecBugs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100584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25896" y="1280160"/>
            <a:ext cx="265176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17336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Seguranca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63056" y="15544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multi-tenant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63056" y="20574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httpOnly (auth)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63056" y="25603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proxy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63056" y="30632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ficheiros local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63056" y="35661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dev / prod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63056" y="40690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obrigatorias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Seguranca &amp; Controlo de Acessos (RBAC)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utilizador ve e faz apenas o que o seu perfil permite — em ambas as camadas.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utilizador: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3931920" cy="694944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9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 total de utilizadores, papeis e configuracoes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715768"/>
            <a:ext cx="3931920" cy="694944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70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completo a clientes, processos e financeiro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557016"/>
            <a:ext cx="3931920" cy="694944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11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Visualizacao e edicao de processos e documentos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4398264"/>
            <a:ext cx="3931920" cy="694944"/>
          </a:xfrm>
          <a:prstGeom prst="roundRect">
            <a:avLst>
              <a:gd name="adj" fmla="val 10526"/>
            </a:avLst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453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745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Visualizacao de agenda e consulta de processos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508760"/>
            <a:ext cx="42062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autenticacao: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0299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em cookies httpOnly (sem tokens em JavaScript)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5054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POST /auth/login -&gt; cookies access_token + refresh_token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9809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Autorizacao method-level com @PreAuthorize no backend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4564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espelha permissoes com hasScopedPermission()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9319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Convencao scope:action (ex: processos:edit, clientes:view)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44074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Proxy: Next.js reescreve /api/v1/* -&gt; backend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Multi-Tenancy: Isolamento de Dados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partilhado, com dados completamente isolados por escritorio.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1E4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37360"/>
            <a:ext cx="265176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Clientes proprios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Processos isolados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Documentos privados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369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Dados financeiros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72968" y="1554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1E4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55448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2968" y="1737360"/>
            <a:ext cx="26517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2084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Clientes proprios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0128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Processos isolados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Documentos privados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32369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Dados financeiros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1554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1E4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155448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25896" y="1737360"/>
            <a:ext cx="26517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63056" y="2084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Clientes proprios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63056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Processos isolados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63056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Documentos privados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63056" y="32369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Dados financeiros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977640"/>
            <a:ext cx="8503920" cy="822960"/>
          </a:xfrm>
          <a:prstGeom prst="roundRect">
            <a:avLst>
              <a:gd name="adj" fmla="val 11111"/>
            </a:avLst>
          </a:prstGeom>
          <a:solidFill>
            <a:srgbClr val="0A2342"/>
          </a:solidFill>
          <a:ln w="12700">
            <a:solidFill>
              <a:srgbClr val="0A234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050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entidade na BD inclui tenant_id. Todas as queries sao filtradas pelo tenant do utilizador autenticado — impossivel aceder a dados de outro escritorio.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A2342">
              <a:alpha val="60000"/>
            </a:srgbClr>
          </a:solidFill>
          <a:ln w="12700">
            <a:solidFill>
              <a:srgbClr val="0A23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&amp; Roadmap</a:t>
            </a:r>
            <a:endParaRPr lang="en-US" sz="3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pronto hoje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Autenticacao e gestao de utilizadores (4 perfis)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09160" y="10972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completo de Clientes (CRUD, pesquisa, merge)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completo de Processos (fases, partes, movimentacoes)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09160" y="17830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de Agenda &amp; Eventos com alertas de prazos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de Documentos (upload, download, numeracao auto)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24688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Financeiro (honorarios e pagamentos)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KPIs em tempo real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31546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multi-tenant com isolamento por tenant_id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method-level no backend e espelhado no frontend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384048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de configuracao inicial para novos escritorios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Proximas Fases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651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(Concluida)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 plataforma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modulos base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Autenticacao e RBAC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105156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5156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1371600"/>
            <a:ext cx="26517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051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 Curso)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828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Notificacoes por email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0128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Exportacao PDF / Excel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0128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Relatorios financeiros avancados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(PWA)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25896" y="105156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25896" y="105156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25896" y="1371600"/>
            <a:ext cx="26517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7336" y="1051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(Planeada)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056" y="1828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com tribunais CV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63056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 de documentos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63056" y="3200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publica para parceiros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63056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de facturacao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224" y="1847088"/>
            <a:ext cx="73152" cy="320040"/>
          </a:xfrm>
          <a:prstGeom prst="rect">
            <a:avLst/>
          </a:prstGeom>
          <a:solidFill>
            <a:srgbClr val="D1E4EF"/>
          </a:solidFill>
          <a:ln w="12700">
            <a:solidFill>
              <a:srgbClr val="D1E4E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097280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143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 e Feedback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8132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conjunta das funcionalidades entregues e ajuste as necessidades especificas do escritorio.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9224" y="2807208"/>
            <a:ext cx="73152" cy="320040"/>
          </a:xfrm>
          <a:prstGeom prst="rect">
            <a:avLst/>
          </a:prstGeom>
          <a:solidFill>
            <a:srgbClr val="D1E4EF"/>
          </a:solidFill>
          <a:ln w="12700">
            <a:solidFill>
              <a:srgbClr val="D1E4E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2057400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1031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Demonstracao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44144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uma instancia real da plataforma para exploracao livre pelo cliente.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9224" y="3767328"/>
            <a:ext cx="73152" cy="320040"/>
          </a:xfrm>
          <a:prstGeom prst="rect">
            <a:avLst/>
          </a:prstGeom>
          <a:solidFill>
            <a:srgbClr val="D1E4EF"/>
          </a:solidFill>
          <a:ln w="12700">
            <a:solidFill>
              <a:srgbClr val="D1E4E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8720" y="3017520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71600" y="30632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Implementacao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40156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Definicao do cronograma, equipa e recursos necessarios para o arranque em producao.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87368"/>
            <a:ext cx="640080" cy="640080"/>
          </a:xfrm>
          <a:prstGeom prst="ellipse">
            <a:avLst/>
          </a:prstGeom>
          <a:solidFill>
            <a:srgbClr val="0F5D7A"/>
          </a:solidFill>
          <a:ln w="12700">
            <a:solidFill>
              <a:srgbClr val="0F5D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88720" y="3977640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71600" y="40233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Suporte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3616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em producao com acompanhamento tecnico e formacao dos utilizadores.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LexCV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 Juridica Inteligente para Cabo Verde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— Perguntas &amp; Discussao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frantchico@gmail.com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LexCV - Apresentacao do Projeto</dc:title>
  <dc:subject>PptxGenJS Presentation</dc:subject>
  <dc:creator>PptxGenJS</dc:creator>
  <cp:lastModifiedBy>PptxGenJS</cp:lastModifiedBy>
  <cp:revision>1</cp:revision>
  <dcterms:created xsi:type="dcterms:W3CDTF">2026-06-28T11:53:15Z</dcterms:created>
  <dcterms:modified xsi:type="dcterms:W3CDTF">2026-06-28T11:53:15Z</dcterms:modified>
</cp:coreProperties>
</file>